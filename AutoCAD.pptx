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4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4AC893-BC20-420C-6AA9-246B9BF03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7876C5-0220-BF56-20AD-6ED31EB66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384DFD-DCD7-B6E2-A07B-E4055E32C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F70CB4-AFD9-092C-D1C0-7BEA761D5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8E6CF0-52BB-8829-5068-CF0F8103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997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1FCB67-DE1B-8719-E16B-C5ACF939A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870E48-4FAE-28F4-358F-1F53E790C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3E0E2B-BB75-92FA-696F-B9893E63E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37E4AF-EEA8-45BC-5761-48A9B23B6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23FE87-C739-23D0-3B84-7DFFBF74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81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1F8EC0-7B82-4E91-4DC3-D5B3423F4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1B1085-0253-7E85-FEDC-148C5EC50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91B6CE-4F9B-B3F0-2F2E-B35E708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25806E-5C14-78D0-0F29-16DF3EE8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427C9-E127-FAB8-EA55-3E45C44E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86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BDDD84-0191-3909-8538-27C66AAF0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169523-50ED-1559-0314-CEA293EF7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D41721-5CCD-7096-482E-7F2593B92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1B058E-B186-3FD8-9DC0-460EDB0F3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D3CF9D-E3EE-E45A-39CF-72C207439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3ED1B7-7C55-6199-EF2D-10B1ED9C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629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6C6B2E-0705-3A2C-68DB-75DF1148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0F63F0-1CA7-D743-D8F4-559F84F27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4217D6-0AA2-CD29-14E7-6D3FDD75F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BD52AF5-442B-37EC-0CDE-B2F564F44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F28E4A0-AA11-2DF4-530B-048D4B8AE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66BB9CD-D442-E092-7BC9-6F7AEF0C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762879-1776-1F18-5C78-478CEDC8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1832FF1-DE47-D4BE-2F04-E306C8A6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37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CBD576-284C-B02C-1A6C-6F7495F1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E8EFFA-76AC-3F4F-F1A7-1A96F328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2F02853-8FC5-AD91-E954-A751BB3D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169B131-94E4-B755-BF27-838BEC5D6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92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8B72278-C014-78E2-F371-3CD38294D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697B4D-5ED7-44B5-1474-14CB8EEE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327948-EFB2-10CA-4D04-85F47715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042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10AAF3-51BF-E07C-2C1C-D52BF79C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7509BD-9451-F864-435B-81BD566E0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BF7AD76-5974-D55F-BCC3-DE2F9D5D4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B30E27-5A27-590C-600B-D5515D17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7EA2C3-87EE-84B0-72FC-2C096E12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8AC07E-476E-6028-BAD0-BFD28938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36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1F1597-BC11-2DC3-4E8C-94B2FE21D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CA8E03E-4B3A-0080-96A7-49352ABA1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CD7674-0C59-3090-F38B-3AD0155F1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EF9175-1761-F9B9-60E0-605FDF12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EFF618-1827-1E3D-4785-DD367FCCA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32035D-6B92-DBB4-C2B1-AB3778E0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88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0B9145-0A37-C32B-8421-C3D6EB13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1FA728-4A3E-C5B8-D6BC-F70FC7F05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A6CE7F-2CBB-2E75-BE7B-8B0C541B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36D016-F7C6-D08D-0AA5-38FC7F383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A3D409-C775-FC56-3839-2C21AB9A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877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2A6A3BA-CE07-7604-384E-58DDF40C5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7C2ABF-4DEE-CCC4-119B-837ACAB62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E48AB4-A0A1-B134-F955-597D2357F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4F1AD2-DA80-7B40-6370-7613AF36D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B6E1A9-C564-5079-52CF-BAD577796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99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B94B317-C9D2-8B7A-4F5C-9461946ED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9D5138-DC32-2760-461A-F3DD9B43F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835A4B-3EE1-866D-CCFE-C6A90BAE1C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9CD72-CCDF-466B-8269-92847204CBF7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41F259-B880-7E4D-F63F-6E6AF79291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5FC46F-979C-84F5-24C8-ED0554C59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81D2B-CF69-48F3-9800-D87210355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04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A1A77DB-4FBB-D7AB-667F-5F6285473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15" y="1447061"/>
            <a:ext cx="4935984" cy="360240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87D99B5-1587-4DF2-6D73-96F9ED924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402" y="1544166"/>
            <a:ext cx="5331755" cy="340819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6435109-21DD-4B6A-5D03-8A1A5103768B}"/>
              </a:ext>
            </a:extLst>
          </p:cNvPr>
          <p:cNvSpPr txBox="1"/>
          <p:nvPr/>
        </p:nvSpPr>
        <p:spPr>
          <a:xfrm>
            <a:off x="1447788" y="5410938"/>
            <a:ext cx="3725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Drawn by Raspberry Pi Ltd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B9B1E5-5DB0-6F83-87F3-3BDF55A3DC7E}"/>
              </a:ext>
            </a:extLst>
          </p:cNvPr>
          <p:cNvSpPr txBox="1"/>
          <p:nvPr/>
        </p:nvSpPr>
        <p:spPr>
          <a:xfrm>
            <a:off x="8091258" y="5410937"/>
            <a:ext cx="3725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Drawn by Me</a:t>
            </a:r>
          </a:p>
        </p:txBody>
      </p:sp>
    </p:spTree>
    <p:extLst>
      <p:ext uri="{BB962C8B-B14F-4D97-AF65-F5344CB8AC3E}">
        <p14:creationId xmlns:p14="http://schemas.microsoft.com/office/powerpoint/2010/main" val="202784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76943EB-E443-E82E-C0FB-2554F4F1F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17" y="-786"/>
            <a:ext cx="9599966" cy="685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18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Watanabe Ryoya</dc:creator>
  <cp:lastModifiedBy>Watanabe Ryoya</cp:lastModifiedBy>
  <cp:revision>4</cp:revision>
  <dcterms:created xsi:type="dcterms:W3CDTF">2026-09-12T16:37:39Z</dcterms:created>
  <dcterms:modified xsi:type="dcterms:W3CDTF">2026-09-13T13:27:40Z</dcterms:modified>
</cp:coreProperties>
</file>